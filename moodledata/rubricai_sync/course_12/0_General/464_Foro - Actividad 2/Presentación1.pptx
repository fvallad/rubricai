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F1F09-CC62-A44B-5CB4-7FCAEAA40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529DDE-48F4-192B-C801-DBFC6A1DE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88E480-FFA4-7055-5D7A-5451AE6B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C529F6-D643-195E-F862-989CF9B5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4FEEFD-D85A-AE6E-0A43-AD730B18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507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4BA1B1-E590-563F-6A41-ABA2D620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1975C9-11AD-5CBF-39E8-060ED8C31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913627-1BFE-AD72-8056-F59A98A1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20A68-632C-3FB9-1198-28164031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4F520-ABC6-2C58-10F3-8EC04C04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89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7AA51-538F-734A-F809-D4430F92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C76BF1-B172-F143-E792-3AC0E8E71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97A0FE-7B80-F535-B5AB-65FC6CD6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39467B-AFA5-D4B6-26C0-1DFD7BCD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96BB73-7D5B-81AB-EF2D-4E216C97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9475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4901C-EB95-1B10-0309-54C01F311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A5B4BF-EB48-412A-43A1-B8F2881E1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CC42E6-4DFF-83C3-D96C-E509EB50A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0CB517-CFA3-50BF-9037-6F1E07281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7709D8-C42F-F23E-D5F6-A59026A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F013D6-AE06-6C96-F89F-A8824EA1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8807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64890A-D0B2-78FE-9B23-333BA2A5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E43C52-CD21-C4D3-152C-D2EA358EF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81A9B4-B6C2-17D0-9AE4-ACE2F154E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C71FA1-9872-1CF9-DCE8-A6FE9DF81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CFB7B0-D4CF-B61E-CC7A-16AA96A27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1A2695-5E64-5BCC-9867-42872F55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561AD00-7CE6-0DC9-01FE-8F1651CA5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FFE372-1052-8B6C-E112-183AAA2B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2644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8936B-6309-A782-96C4-417761E34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A734DC-38EE-26E3-1518-E45704A6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785C2E3-7BD5-9214-6E12-2677BAC0D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9E09D0-6C6B-9FE8-E9ED-4BE54AF85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3803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BEC8CB-7AFE-78F2-82E1-CE8DBDBDF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827ED2-234B-ABD6-77F5-A055B194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8F322A-BF04-2AB7-7A00-E0DA51215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3857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D69DF-C81F-DF02-81A9-C8D22F3A2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98FE2-9922-4199-9115-907EB03C2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40547B-1498-6CB9-2DB8-F546AB9A9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ED9523-C2CF-61A2-C161-041C230B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42DD09-51E2-A0F8-A438-F7C1DA419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804F9A-ED3E-20C4-3A5F-F070D570F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0223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9DA62-29DF-31A9-FA22-B844195D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BBF5DD-02A4-6A4C-6715-79E35EDF3C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B30FCD-BD93-F9B1-A07D-0078C5655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3B108D-F885-EDD5-FB63-912F9FC4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6FE2879-5D87-1D8C-B0F7-22D83F99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251802-2126-0C3C-5BE8-2853C1A5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9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8F83E-091E-A051-343D-1F527F37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C383D9-59DC-4A6D-5C39-CC6997982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C272C5-E62B-B1B0-16E5-2479DC1C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3B4CA4-B17C-3A5F-D358-947F423C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448066-06A2-7BF0-CF83-1FCF47B1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36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03CDF2-B0A3-19C2-78D9-9F23C2A17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EE0E15-608F-96DC-AD67-0CBEF581E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7130A4-E047-BBEC-7A7D-A706E95AD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8089F6-60B6-60B2-F0B6-14181343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6D126-0A8B-1F88-7B68-F002373E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210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B660132-4185-B7C0-520A-D46D32EC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0431E7-90BB-DE63-13E5-2CC83E08D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C3DE3B-51B8-6879-D61B-7BDC3A723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5F2DA-D68E-4C92-80D4-38C3D2BC9B5D}" type="datetimeFigureOut">
              <a:rPr lang="es-AR" smtClean="0"/>
              <a:t>3/5/2024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B2F9BE-BF92-486D-3348-DBE5AB29A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C0248-28AE-F2E8-2BE5-6111DBC9D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652FE-D5A6-4CD8-AA21-179D9DA0077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199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gente, grupo&#10;&#10;Descripción generada automáticamente">
            <a:extLst>
              <a:ext uri="{FF2B5EF4-FFF2-40B4-BE49-F238E27FC236}">
                <a16:creationId xmlns:a16="http://schemas.microsoft.com/office/drawing/2014/main" id="{27870692-E7B2-4520-E169-B685BAB5E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768EBF-FD1A-B8B2-8F27-BA6B4575206F}"/>
              </a:ext>
            </a:extLst>
          </p:cNvPr>
          <p:cNvSpPr txBox="1"/>
          <p:nvPr/>
        </p:nvSpPr>
        <p:spPr>
          <a:xfrm>
            <a:off x="304800" y="161925"/>
            <a:ext cx="3419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Usan sus manos para luchar:</a:t>
            </a:r>
          </a:p>
          <a:p>
            <a:r>
              <a:rPr lang="es-AR" dirty="0" err="1"/>
              <a:t>Iron</a:t>
            </a:r>
            <a:r>
              <a:rPr lang="es-AR" dirty="0"/>
              <a:t> </a:t>
            </a:r>
            <a:r>
              <a:rPr lang="es-AR" dirty="0" err="1"/>
              <a:t>man</a:t>
            </a:r>
            <a:endParaRPr lang="es-AR" dirty="0"/>
          </a:p>
          <a:p>
            <a:r>
              <a:rPr lang="es-AR" dirty="0"/>
              <a:t>Guepardo </a:t>
            </a:r>
          </a:p>
          <a:p>
            <a:r>
              <a:rPr lang="es-AR" dirty="0" err="1"/>
              <a:t>Ant-man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9493BF4-7F79-A318-7650-BE1DBBF207A0}"/>
              </a:ext>
            </a:extLst>
          </p:cNvPr>
          <p:cNvSpPr txBox="1"/>
          <p:nvPr/>
        </p:nvSpPr>
        <p:spPr>
          <a:xfrm>
            <a:off x="228600" y="2133600"/>
            <a:ext cx="3419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Vuelan:</a:t>
            </a:r>
          </a:p>
          <a:p>
            <a:r>
              <a:rPr lang="es-AR" dirty="0"/>
              <a:t>Superman</a:t>
            </a:r>
          </a:p>
          <a:p>
            <a:r>
              <a:rPr lang="es-AR" dirty="0" err="1"/>
              <a:t>Iron</a:t>
            </a:r>
            <a:r>
              <a:rPr lang="es-AR" dirty="0"/>
              <a:t> Man </a:t>
            </a:r>
          </a:p>
          <a:p>
            <a:r>
              <a:rPr lang="es-AR" dirty="0"/>
              <a:t>Batman</a:t>
            </a:r>
          </a:p>
          <a:p>
            <a:r>
              <a:rPr lang="es-AR" dirty="0"/>
              <a:t>Thor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2B4111-5E8E-457F-F05C-B96AC53124BD}"/>
              </a:ext>
            </a:extLst>
          </p:cNvPr>
          <p:cNvSpPr txBox="1"/>
          <p:nvPr/>
        </p:nvSpPr>
        <p:spPr>
          <a:xfrm>
            <a:off x="195262" y="4020503"/>
            <a:ext cx="3419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Tienen capa en su traje de superhéroe:</a:t>
            </a:r>
          </a:p>
          <a:p>
            <a:r>
              <a:rPr lang="es-AR" dirty="0"/>
              <a:t>Superman</a:t>
            </a:r>
          </a:p>
          <a:p>
            <a:r>
              <a:rPr lang="es-AR" dirty="0"/>
              <a:t>Batman</a:t>
            </a:r>
          </a:p>
          <a:p>
            <a:r>
              <a:rPr lang="es-AR" dirty="0"/>
              <a:t>Thor</a:t>
            </a:r>
          </a:p>
        </p:txBody>
      </p:sp>
    </p:spTree>
    <p:extLst>
      <p:ext uri="{BB962C8B-B14F-4D97-AF65-F5344CB8AC3E}">
        <p14:creationId xmlns:p14="http://schemas.microsoft.com/office/powerpoint/2010/main" val="40322568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Analia Noemi Colque Kucich</dc:creator>
  <cp:lastModifiedBy>Analia Noemi Colque Kucich</cp:lastModifiedBy>
  <cp:revision>1</cp:revision>
  <dcterms:created xsi:type="dcterms:W3CDTF">2024-05-03T11:50:59Z</dcterms:created>
  <dcterms:modified xsi:type="dcterms:W3CDTF">2024-05-03T11:57:23Z</dcterms:modified>
</cp:coreProperties>
</file>